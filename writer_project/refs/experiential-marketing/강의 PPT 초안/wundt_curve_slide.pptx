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09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분트 곡선: 자극(각성 잠재력) 대비 쾌감의 역U자. 자극이 약하면 지루, 강하면 과부하, 중간이 최적. 벌라인의 실험미학을 거쳐 홀브룩이 경험적·미적 소비에 적용. 6주(인지·놀라움), 11주(몰입/플로우)와 연결. 핵심 한 줄: 경험 설계의 목표는 자극의 최대가 아니라 최적.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WUNDT CURVE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분트 곡선 — 자극과 쾌감의 역U자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자극이 셀수록 좋은 게 아니다. </a:t>
            </a:r>
            <a:r>
              <a:rPr lang="en-US" sz="140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지점에서 쾌감이 최대가 된다.   (Wundt 1874 → Berlyne → Holbrook)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148840"/>
            <a:ext cx="2896819" cy="2697480"/>
          </a:xfrm>
          <a:prstGeom prst="rect">
            <a:avLst/>
          </a:prstGeom>
          <a:solidFill>
            <a:srgbClr val="F3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42739" y="2148840"/>
            <a:ext cx="2984602" cy="2697480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27341" y="2148840"/>
            <a:ext cx="2896819" cy="2697480"/>
          </a:xfrm>
          <a:prstGeom prst="rect">
            <a:avLst/>
          </a:prstGeom>
          <a:solidFill>
            <a:srgbClr val="F3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3686491"/>
            <a:ext cx="8778240" cy="0"/>
          </a:xfrm>
          <a:prstGeom prst="line">
            <a:avLst/>
          </a:prstGeom>
          <a:noFill/>
          <a:ln w="12700">
            <a:solidFill>
              <a:srgbClr val="B9C0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0" y="339388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무덤덤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148840"/>
            <a:ext cx="8778240" cy="2697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0" y="4846320"/>
            <a:ext cx="8915400" cy="0"/>
          </a:xfrm>
          <a:prstGeom prst="line">
            <a:avLst/>
          </a:prstGeom>
          <a:noFill/>
          <a:ln w="22225">
            <a:solidFill>
              <a:srgbClr val="1F223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645920" y="4846320"/>
            <a:ext cx="0" cy="0"/>
          </a:xfrm>
          <a:prstGeom prst="line">
            <a:avLst/>
          </a:prstGeom>
          <a:noFill/>
          <a:ln w="22225">
            <a:solidFill>
              <a:srgbClr val="1F223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55448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쾌감 (좋다) 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34456" y="2487585"/>
            <a:ext cx="201168" cy="201168"/>
          </a:xfrm>
          <a:prstGeom prst="ellipse">
            <a:avLst/>
          </a:prstGeom>
          <a:solidFill>
            <a:srgbClr val="E862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291072" y="2441865"/>
            <a:ext cx="3063240" cy="475488"/>
          </a:xfrm>
          <a:prstGeom prst="roundRect">
            <a:avLst>
              <a:gd name="adj" fmla="val 13462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291072" y="2441865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최적점 — 몰입·쾌감이 최대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45920" y="4224528"/>
            <a:ext cx="2896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지루함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4535424"/>
            <a:ext cx="289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 부족 · 관심 없음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42739" y="4224528"/>
            <a:ext cx="2984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구간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42739" y="4535424"/>
            <a:ext cx="2984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즐겁고 몰입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27341" y="4224528"/>
            <a:ext cx="2896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27341" y="4535424"/>
            <a:ext cx="289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 · 피로 · 이탈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645920" y="4956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자극의 세기  →  </a:t>
            </a:r>
            <a:r>
              <a:rPr lang="en-US" sz="125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각성 잠재력 (새로움 · 복잡성 · 놀라움 · 불일치)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41324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914400" y="541324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미디어에 주는 함의:  </a:t>
            </a:r>
            <a:r>
              <a:rPr lang="en-US" sz="14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숏폼·광고는 새롭고 놀라울수록 주목받지만, 과하면 피로·이탈. 목표는 '최대'가 아니라 </a:t>
            </a:r>
            <a:r>
              <a:rPr lang="en-US" sz="145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'최적'</a:t>
            </a:r>
            <a:r>
              <a:rPr lang="en-US" sz="14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심화(6주 인지 / 11주 몰입 삽입용)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13707</TotalTime>
  <Words>182</Words>
  <Application>Microsoft Macintosh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성수 오</cp:lastModifiedBy>
  <cp:revision>2</cp:revision>
  <dcterms:created xsi:type="dcterms:W3CDTF">2026-07-17T01:48:25Z</dcterms:created>
  <dcterms:modified xsi:type="dcterms:W3CDTF">2026-07-26T14:21:08Z</dcterms:modified>
</cp:coreProperties>
</file>